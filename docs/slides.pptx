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37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Short, long, and ‘broad’ timelines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777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Toby Ord, March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claim: </a:t>
            </a:r>
            <a:r>
              <a:rPr lang="en-US" sz="170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Smart, informed experts disagree by decades. The right response is not to pick a side, but to have a broad distribution.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expert has wide uncertainty. </a:t>
            </a:r>
            <a:r>
              <a:rPr lang="en-US" sz="170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Kokotajlo's 80% interval: 23+ years. Ord's: 97 years. The community aggregate is wider still.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numbers mislead. </a:t>
            </a:r>
            <a:r>
              <a:rPr lang="en-US" sz="170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median of 2030 obscures a 10% chance it's after 2050. 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Practical consequence: </a:t>
            </a:r>
            <a:r>
              <a:rPr lang="en-US" sz="170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Hedge against short timelines and invest in work that pays off if timelines are long.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0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 more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TED-AI Timelines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777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your own probability distribution. Submit. Compare.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TED-AI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AI system at least as good as top human experts at virtually all cognitive tasks. Operationally: given the resources of a large tech company and three months to prepare, it could fully automate 95% of remote-work jobs in the US.			</a:t>
            </a:r>
            <a:r>
              <a:rPr lang="en-US" sz="1400" dirty="0">
                <a:solidFill>
                  <a:srgbClr val="7777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(AI Futures Model)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Elicit on your phone</a:t>
            </a:r>
            <a:r>
              <a:rPr lang="en-US" sz="1800" dirty="0">
                <a:solidFill>
                  <a:srgbClr val="7777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(8 min)  →  </a:t>
            </a:r>
            <a:r>
              <a:rPr lang="en-US" sz="18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Submit</a:t>
            </a:r>
            <a:r>
              <a:rPr lang="en-US" sz="1800" dirty="0">
                <a:solidFill>
                  <a:srgbClr val="7777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(1 min)  →  </a:t>
            </a:r>
            <a:r>
              <a:rPr lang="en-US" sz="18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Discuss</a:t>
            </a:r>
            <a:r>
              <a:rPr lang="en-US" sz="1800" dirty="0">
                <a:solidFill>
                  <a:srgbClr val="7777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(6 min)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2004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611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your distribution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371600" y="4069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labs.aksaeri.com/other/tedai-elicit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is the group's disagreement — on medians, or on tail widths?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you did this again in six months, which number would have moved most?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would have to be true for the latest median in the room to be correct?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258</Words>
  <Application>Microsoft Office PowerPoint</Application>
  <PresentationFormat>On-screen Show (16:9)</PresentationFormat>
  <Paragraphs>22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TED-AI Timelines — Group Elicitation</dc:title>
  <dc:subject>PptxGenJS Presentation</dc:subject>
  <dc:creator>AIRI</dc:creator>
  <cp:lastModifiedBy>Alexander Saeri</cp:lastModifiedBy>
  <cp:revision>2</cp:revision>
  <dcterms:created xsi:type="dcterms:W3CDTF">2026-04-13T04:23:34Z</dcterms:created>
  <dcterms:modified xsi:type="dcterms:W3CDTF">2026-04-13T09:36:40Z</dcterms:modified>
</cp:coreProperties>
</file>